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492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54864" cy="37033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086600" y="594360"/>
            <a:ext cx="1645920" cy="1645920"/>
          </a:xfrm>
          <a:prstGeom prst="ellipse">
            <a:avLst/>
          </a:prstGeom>
          <a:solidFill>
            <a:srgbClr val="152233"/>
          </a:solidFill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896112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8412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UNIVERSITARIO  ·  WEB APP CLOUD-NATIVE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58368" y="118872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Business App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58368" y="223113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 vetrina moderno per hotel business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2724912"/>
            <a:ext cx="256032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58368" y="288036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Un'applicazione web semplice e completa: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Database · Deploy Cloud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" y="3858768"/>
            <a:ext cx="2176272" cy="566928"/>
          </a:xfrm>
          <a:prstGeom prst="rect">
            <a:avLst/>
          </a:prstGeom>
          <a:solidFill>
            <a:srgbClr val="152233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58368" y="3895344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" y="413308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990088" y="3858768"/>
            <a:ext cx="2176272" cy="566928"/>
          </a:xfrm>
          <a:prstGeom prst="rect">
            <a:avLst/>
          </a:prstGeom>
          <a:solidFill>
            <a:srgbClr val="152233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2990088" y="3895344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990088" y="413308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21808" y="3858768"/>
            <a:ext cx="2176272" cy="566928"/>
          </a:xfrm>
          <a:prstGeom prst="rect">
            <a:avLst/>
          </a:prstGeom>
          <a:solidFill>
            <a:srgbClr val="152233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321808" y="3895344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321808" y="413308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Relazionale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663440"/>
            <a:ext cx="9144000" cy="416052"/>
          </a:xfrm>
          <a:prstGeom prst="rect">
            <a:avLst/>
          </a:prstGeom>
          <a:solidFill>
            <a:srgbClr val="15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57200" y="47000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</a:t>
            </a:r>
            <a:r>
              <a:rPr lang="en-US" sz="1000" dirty="0" err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Accademico</a:t>
            </a:r>
            <a:r>
              <a:rPr lang="en-US" sz="10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costruiamo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120640" cy="373075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12064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" y="122529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principali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0784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645920"/>
            <a:ext cx="4315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60120" y="1938528"/>
            <a:ext cx="4315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highlights hotel, CTA prenotazione telefonica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5915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304288"/>
            <a:ext cx="4315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Camere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60120" y="2596896"/>
            <a:ext cx="4315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camere con foto, prezzo e dettagli — filtrabile per tipo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1752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962656"/>
            <a:ext cx="4315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960120" y="3255264"/>
            <a:ext cx="4315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Express: endpoint per camere, auth admin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7588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621024"/>
            <a:ext cx="4315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960120" y="3913632"/>
            <a:ext cx="4315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tabelle essenziali: rooms + users (admin)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334256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4279392"/>
            <a:ext cx="4315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960120" y="4572000"/>
            <a:ext cx="4315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 per aggiungere e modificare camere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623560" y="1088838"/>
            <a:ext cx="3200400" cy="3730752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18"/>
          <p:cNvSpPr/>
          <p:nvPr/>
        </p:nvSpPr>
        <p:spPr>
          <a:xfrm>
            <a:off x="5623560" y="1097280"/>
            <a:ext cx="3200400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19"/>
          <p:cNvSpPr/>
          <p:nvPr/>
        </p:nvSpPr>
        <p:spPr>
          <a:xfrm>
            <a:off x="5779008" y="1225296"/>
            <a:ext cx="2889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Perimetro MVP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779008" y="1469370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177675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053328" y="17190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296" y="2029968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035040" y="20116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Camere</a:t>
            </a:r>
            <a:endParaRPr lang="en-US" sz="10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4482" y="2334885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053328" y="2320817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Contatti</a:t>
            </a:r>
            <a:endParaRPr lang="en-US" sz="10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2629956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053328" y="2562079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camere (CRUD)</a:t>
            </a:r>
            <a:endParaRPr lang="en-US" sz="10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296" y="2954214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053328" y="2894427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0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3218688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053328" y="3182815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cloud</a:t>
            </a:r>
            <a:endParaRPr lang="en-US" sz="1000" dirty="0"/>
          </a:p>
        </p:txBody>
      </p:sp>
      <p:sp>
        <p:nvSpPr>
          <p:cNvPr id="40" name="Shape 27"/>
          <p:cNvSpPr/>
          <p:nvPr/>
        </p:nvSpPr>
        <p:spPr>
          <a:xfrm>
            <a:off x="5779008" y="3493711"/>
            <a:ext cx="2743200" cy="36576"/>
          </a:xfrm>
          <a:prstGeom prst="rect">
            <a:avLst/>
          </a:prstGeom>
          <a:solidFill>
            <a:srgbClr val="1E3A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28"/>
          <p:cNvSpPr/>
          <p:nvPr/>
        </p:nvSpPr>
        <p:spPr>
          <a:xfrm>
            <a:off x="5751576" y="3612581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Espansioni future</a:t>
            </a:r>
            <a:endParaRPr lang="en-US" sz="1000" dirty="0"/>
          </a:p>
        </p:txBody>
      </p:sp>
      <p:sp>
        <p:nvSpPr>
          <p:cNvPr id="42" name="Text 29"/>
          <p:cNvSpPr/>
          <p:nvPr/>
        </p:nvSpPr>
        <p:spPr>
          <a:xfrm>
            <a:off x="5751576" y="38742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Prenotazioni online</a:t>
            </a:r>
            <a:endParaRPr lang="en-US" sz="950" dirty="0"/>
          </a:p>
        </p:txBody>
      </p:sp>
      <p:sp>
        <p:nvSpPr>
          <p:cNvPr id="43" name="Text 30"/>
          <p:cNvSpPr/>
          <p:nvPr/>
        </p:nvSpPr>
        <p:spPr>
          <a:xfrm>
            <a:off x="5751576" y="41475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Galleria foto</a:t>
            </a:r>
            <a:endParaRPr lang="en-US" sz="950" dirty="0"/>
          </a:p>
        </p:txBody>
      </p:sp>
      <p:sp>
        <p:nvSpPr>
          <p:cNvPr id="44" name="Text 31"/>
          <p:cNvSpPr/>
          <p:nvPr/>
        </p:nvSpPr>
        <p:spPr>
          <a:xfrm>
            <a:off x="5751576" y="43349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Menù ristorante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Tecnologie Utilizzate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462272" y="1170432"/>
            <a:ext cx="0" cy="3291840"/>
          </a:xfrm>
          <a:prstGeom prst="line">
            <a:avLst/>
          </a:prstGeom>
          <a:noFill/>
          <a:ln w="19050">
            <a:solidFill>
              <a:srgbClr val="1E3A52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920240" cy="7498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920240" cy="54864"/>
          </a:xfrm>
          <a:prstGeom prst="rect">
            <a:avLst/>
          </a:prstGeom>
          <a:solidFill>
            <a:srgbClr val="61DA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508760"/>
            <a:ext cx="1920240" cy="7498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450592" y="1508760"/>
            <a:ext cx="1920240" cy="54864"/>
          </a:xfrm>
          <a:prstGeom prst="rect">
            <a:avLst/>
          </a:prstGeom>
          <a:solidFill>
            <a:srgbClr val="3178C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42032" y="1600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1965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1920240" cy="7498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192024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0592" y="2395728"/>
            <a:ext cx="1920240" cy="7498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450592" y="2395728"/>
            <a:ext cx="1920240" cy="54864"/>
          </a:xfrm>
          <a:prstGeom prst="rect">
            <a:avLst/>
          </a:prstGeom>
          <a:solidFill>
            <a:srgbClr val="CA42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542032" y="24871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42032" y="28529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118872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508760"/>
            <a:ext cx="1965960" cy="7498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663440" y="1508760"/>
            <a:ext cx="1965960" cy="54864"/>
          </a:xfrm>
          <a:prstGeom prst="rect">
            <a:avLst/>
          </a:prstGeom>
          <a:solidFill>
            <a:srgbClr val="68A06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0" y="1600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Runtime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12280" y="1508760"/>
            <a:ext cx="1965960" cy="7498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812280" y="1508760"/>
            <a:ext cx="1965960" cy="54864"/>
          </a:xfrm>
          <a:prstGeom prst="rect">
            <a:avLst/>
          </a:prstGeom>
          <a:solidFill>
            <a:srgbClr val="68A06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903720" y="1600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395728"/>
            <a:ext cx="1965960" cy="7498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663440" y="2395728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754880" y="24871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Auth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285292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12280" y="2395728"/>
            <a:ext cx="1965960" cy="7498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6812280" y="2395728"/>
            <a:ext cx="1965960" cy="54864"/>
          </a:xfrm>
          <a:prstGeom prst="rect">
            <a:avLst/>
          </a:prstGeom>
          <a:solidFill>
            <a:srgbClr val="00758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903720" y="24871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DB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285292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7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MySQL/SQLite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310128"/>
            <a:ext cx="8503920" cy="129844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502920" y="341071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DATI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8912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(UI)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225296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011680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98064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584448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70832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157216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943600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729984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16368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302752" y="3730752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Struttura dell'Applicazione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5603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5603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React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856232"/>
            <a:ext cx="146304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Components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871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Router v6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99923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51129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 err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Xior</a:t>
            </a: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(HTTP)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115568"/>
            <a:ext cx="25603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337560" y="1115568"/>
            <a:ext cx="2560320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429000" y="1234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15727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86200" y="1856232"/>
            <a:ext cx="146304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474720" y="197510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routes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4871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Middleware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299923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controller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351129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Rooms controller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40233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handling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1115568"/>
            <a:ext cx="25603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400800" y="1115568"/>
            <a:ext cx="256032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492240" y="1234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15727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(MySQL/SQLite)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1856232"/>
            <a:ext cx="146304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537960" y="197510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Tabella: users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24871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id, email, password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37960" y="299923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 (admin)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37960" y="351129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Tabella: rooms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40233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id, name, price…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52928" y="3017520"/>
            <a:ext cx="4572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2816352" y="276148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16168" y="3017520"/>
            <a:ext cx="457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5879592" y="276148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Pagine &amp;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3611880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5176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89888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34440" y="2395728"/>
            <a:ext cx="9144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02920" y="252374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Home: hero, highlights, CTA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9992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Pagina Camere: lista con filtri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34747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Card camera: foto, prezzo, tipo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3950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Pagina contatti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442569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Navbar + Footer responsive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91840" y="1261872"/>
            <a:ext cx="2651760" cy="3611880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3291840" y="1261872"/>
            <a:ext cx="2651760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89888"/>
            <a:ext cx="530352" cy="5303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328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160520" y="2395728"/>
            <a:ext cx="9144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3429000" y="252374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/api/rooms — lista camere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429000" y="29992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/api/rooms/:id — dettaglio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429000" y="34747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/api/rooms — crea (admin)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429000" y="3950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/api/rooms/:id — modifica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429000" y="442569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/api/rooms/:id — elimina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217920" y="1261872"/>
            <a:ext cx="2651760" cy="3611880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6217920" y="1261872"/>
            <a:ext cx="265176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389888"/>
            <a:ext cx="530352" cy="53035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0936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Admin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7086600" y="2395728"/>
            <a:ext cx="91440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6355080" y="252374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 — admin login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6355080" y="29992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JWT token per richieste protette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355080" y="34747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 panel: CRUD camere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355080" y="3950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Bcrypt per hashing password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355080" y="442569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Route protette da middleware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Semplice &amp; Essenziale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41148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8872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188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1691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212848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AUTO_INCREMENT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2920" y="19842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212848" y="1984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 NOT NULL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2920" y="2276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212848" y="2276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ENUM(standard/deluxe/suite)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920" y="2569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price_per_night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212848" y="25694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2920" y="2862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212848" y="28620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3154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212848" y="3154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VARCHAR(500)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02920" y="3447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212848" y="34472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DEFAULT true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63440" y="1115568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4663440" y="1115568"/>
            <a:ext cx="411480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4663440" y="1115568"/>
            <a:ext cx="411480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18872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12080" y="1188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800600" y="16916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565392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AUTO_INCREMENT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800600" y="1984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565392" y="1984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 UNIQUE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800600" y="22768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6565392" y="2276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 NOT NULL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4800600" y="25694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565392" y="25694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ENUM(admin) DEFAULT admin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800600" y="28620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6565392" y="28620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365760" y="4791456"/>
            <a:ext cx="841248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Espansione futura: aggiungere tabelle bookings e menu_items per gestire prenotazioni e ristorante.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DI SVILUPPO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del Progetto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7498080" cy="0"/>
          </a:xfrm>
          <a:prstGeom prst="line">
            <a:avLst/>
          </a:prstGeom>
          <a:noFill/>
          <a:ln w="381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508760" y="2029968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24328"/>
            <a:ext cx="2651760" cy="230428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265176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66928" y="27249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2953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Statico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64992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529584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349300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+ Navbar + Footer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95344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385876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Camere (mock data)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261104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422452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Contatti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626864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459028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Tailwind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343400" y="202996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6"/>
          <p:cNvSpPr/>
          <p:nvPr/>
        </p:nvSpPr>
        <p:spPr>
          <a:xfrm>
            <a:off x="434340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91840" y="2624328"/>
            <a:ext cx="2651760" cy="230428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8"/>
          <p:cNvSpPr/>
          <p:nvPr/>
        </p:nvSpPr>
        <p:spPr>
          <a:xfrm>
            <a:off x="3291840" y="2624328"/>
            <a:ext cx="2651760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/>
          <p:nvPr/>
        </p:nvSpPr>
        <p:spPr>
          <a:xfrm>
            <a:off x="3401568" y="27249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3401568" y="2953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Database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3401568" y="3364992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529584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349300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Node.js + Express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895344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57600" y="385876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DB + migrations</a:t>
            </a:r>
            <a:endParaRPr lang="en-US" sz="9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4261104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657600" y="422452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GET camere</a:t>
            </a:r>
            <a:endParaRPr lang="en-US" sz="9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4626864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657600" y="459028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camere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7178040" y="2029968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27"/>
          <p:cNvSpPr/>
          <p:nvPr/>
        </p:nvSpPr>
        <p:spPr>
          <a:xfrm>
            <a:off x="717804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126480" y="2624328"/>
            <a:ext cx="2651760" cy="230428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29"/>
          <p:cNvSpPr/>
          <p:nvPr/>
        </p:nvSpPr>
        <p:spPr>
          <a:xfrm>
            <a:off x="6126480" y="2624328"/>
            <a:ext cx="265176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0"/>
          <p:cNvSpPr/>
          <p:nvPr/>
        </p:nvSpPr>
        <p:spPr>
          <a:xfrm>
            <a:off x="6236208" y="27249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850" dirty="0"/>
          </a:p>
        </p:txBody>
      </p:sp>
      <p:sp>
        <p:nvSpPr>
          <p:cNvPr id="41" name="Text 31"/>
          <p:cNvSpPr/>
          <p:nvPr/>
        </p:nvSpPr>
        <p:spPr>
          <a:xfrm>
            <a:off x="6236208" y="2953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Deploy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6236208" y="3364992"/>
            <a:ext cx="228600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529584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492240" y="349300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 con JWT</a:t>
            </a:r>
            <a:endParaRPr lang="en-US" sz="9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895344"/>
            <a:ext cx="182880" cy="18288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492240" y="385876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Protezione route API</a:t>
            </a:r>
            <a:endParaRPr lang="en-US" sz="9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4261104"/>
            <a:ext cx="182880" cy="18288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492240" y="422452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su cloud</a:t>
            </a:r>
            <a:endParaRPr lang="en-US" sz="9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4626864"/>
            <a:ext cx="182880" cy="18288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492240" y="459028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finale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38"/>
          <p:cNvSpPr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Siamo qui — Fase 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Divisione del Lavoro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605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039112" y="1261872"/>
            <a:ext cx="822960" cy="822960"/>
          </a:xfrm>
          <a:prstGeom prst="ellipse">
            <a:avLst/>
          </a:prstGeom>
          <a:solidFill>
            <a:srgbClr val="0D1B2A"/>
          </a:solidFill>
          <a:ln w="317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039112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36192" y="2496312"/>
            <a:ext cx="1810512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731520" cy="237744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62656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6384" y="29260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+ Hero section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55264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6384" y="32186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Footer, routing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47872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" y="35112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Tailwind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877056"/>
            <a:ext cx="731520" cy="237744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502920" y="38770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20624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41696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Node.js + Express</a:t>
            </a:r>
            <a:endParaRPr lang="en-US" sz="9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498848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6384" y="44622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GET e POST camere</a:t>
            </a:r>
            <a:endParaRPr lang="en-US" sz="9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791456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6384" y="4754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DB + migrations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983480" y="1115568"/>
            <a:ext cx="41605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1"/>
          <p:cNvSpPr/>
          <p:nvPr/>
        </p:nvSpPr>
        <p:spPr>
          <a:xfrm>
            <a:off x="4983480" y="1115568"/>
            <a:ext cx="416052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2"/>
          <p:cNvSpPr/>
          <p:nvPr/>
        </p:nvSpPr>
        <p:spPr>
          <a:xfrm>
            <a:off x="6656832" y="1261872"/>
            <a:ext cx="822960" cy="822960"/>
          </a:xfrm>
          <a:prstGeom prst="ellipse">
            <a:avLst/>
          </a:prstGeom>
          <a:solidFill>
            <a:srgbClr val="0D1B2A"/>
          </a:solidFill>
          <a:ln w="317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3"/>
          <p:cNvSpPr/>
          <p:nvPr/>
        </p:nvSpPr>
        <p:spPr>
          <a:xfrm>
            <a:off x="6656832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32" name="Text 24"/>
          <p:cNvSpPr/>
          <p:nvPr/>
        </p:nvSpPr>
        <p:spPr>
          <a:xfrm>
            <a:off x="4983480" y="21762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 2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153912" y="2496312"/>
            <a:ext cx="1810512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Shape 26"/>
          <p:cNvSpPr/>
          <p:nvPr/>
        </p:nvSpPr>
        <p:spPr>
          <a:xfrm>
            <a:off x="5120640" y="2633472"/>
            <a:ext cx="731520" cy="237744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27"/>
          <p:cNvSpPr/>
          <p:nvPr/>
        </p:nvSpPr>
        <p:spPr>
          <a:xfrm>
            <a:off x="5120640" y="263347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962656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04104" y="29260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Camere (lista + dettaglio)</a:t>
            </a:r>
            <a:endParaRPr lang="en-US" sz="9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3255264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404104" y="32186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Contatti</a:t>
            </a:r>
            <a:endParaRPr lang="en-US" sz="95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3547872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404104" y="35112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Card camera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5120640" y="3877056"/>
            <a:ext cx="731520" cy="237744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32"/>
          <p:cNvSpPr/>
          <p:nvPr/>
        </p:nvSpPr>
        <p:spPr>
          <a:xfrm>
            <a:off x="5120640" y="38770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8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4206240"/>
            <a:ext cx="182880" cy="18288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404104" y="41696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 + JWT</a:t>
            </a:r>
            <a:endParaRPr lang="en-US" sz="95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4498848"/>
            <a:ext cx="182880" cy="18288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404104" y="44622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(CRUD camere)</a:t>
            </a:r>
            <a:endParaRPr lang="en-US" sz="95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4791456"/>
            <a:ext cx="182880" cy="18288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404104" y="4754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cloud</a:t>
            </a:r>
            <a:endParaRPr lang="en-US" sz="950" dirty="0"/>
          </a:p>
        </p:txBody>
      </p:sp>
      <p:sp>
        <p:nvSpPr>
          <p:cNvPr id="50" name="Shape 36"/>
          <p:cNvSpPr/>
          <p:nvPr/>
        </p:nvSpPr>
        <p:spPr>
          <a:xfrm>
            <a:off x="0" y="4700016"/>
            <a:ext cx="9144000" cy="3794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Text 37"/>
          <p:cNvSpPr/>
          <p:nvPr/>
        </p:nvSpPr>
        <p:spPr>
          <a:xfrm>
            <a:off x="457200" y="4727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Condivisi: architettura, code review, testing e presentazione finale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349300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51760" cy="640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17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57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34440" y="2724912"/>
            <a:ext cx="9144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89864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" y="2852928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automatico da GitHub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37413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6384" y="3328416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globale incluso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84962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6384" y="3803904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automatico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325112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86384" y="4279392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generoso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3291840" y="1261872"/>
            <a:ext cx="2651760" cy="34930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3"/>
          <p:cNvSpPr/>
          <p:nvPr/>
        </p:nvSpPr>
        <p:spPr>
          <a:xfrm>
            <a:off x="3291840" y="1261872"/>
            <a:ext cx="2651760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417320"/>
            <a:ext cx="548640" cy="5486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383280" y="2057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Railway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338328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DB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4160520" y="2724912"/>
            <a:ext cx="9144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2898648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712464" y="2852928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MySQL hostati insieme</a:t>
            </a:r>
            <a:endParaRPr lang="en-US" sz="9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3374136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712464" y="3328416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&lt;5 minuti</a:t>
            </a:r>
            <a:endParaRPr lang="en-US" sz="9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3849624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712464" y="3803904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da Git</a:t>
            </a:r>
            <a:endParaRPr lang="en-US" sz="9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4325112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712464" y="4279392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crediti gratuiti/mese</a:t>
            </a:r>
            <a:endParaRPr lang="en-US" sz="900" dirty="0"/>
          </a:p>
        </p:txBody>
      </p:sp>
      <p:sp>
        <p:nvSpPr>
          <p:cNvPr id="33" name="Shape 21"/>
          <p:cNvSpPr/>
          <p:nvPr/>
        </p:nvSpPr>
        <p:spPr>
          <a:xfrm>
            <a:off x="6217920" y="1261872"/>
            <a:ext cx="2651760" cy="3493008"/>
          </a:xfrm>
          <a:prstGeom prst="rect">
            <a:avLst/>
          </a:prstGeom>
          <a:solidFill>
            <a:srgbClr val="15223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2"/>
          <p:cNvSpPr/>
          <p:nvPr/>
        </p:nvSpPr>
        <p:spPr>
          <a:xfrm>
            <a:off x="6217920" y="1261872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1417320"/>
            <a:ext cx="548640" cy="54864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309360" y="2057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</a:t>
            </a:r>
            <a:endParaRPr lang="en-US" sz="1800" dirty="0"/>
          </a:p>
        </p:txBody>
      </p:sp>
      <p:sp>
        <p:nvSpPr>
          <p:cNvPr id="37" name="Text 24"/>
          <p:cNvSpPr/>
          <p:nvPr/>
        </p:nvSpPr>
        <p:spPr>
          <a:xfrm>
            <a:off x="630936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950" dirty="0"/>
          </a:p>
        </p:txBody>
      </p:sp>
      <p:sp>
        <p:nvSpPr>
          <p:cNvPr id="38" name="Shape 25"/>
          <p:cNvSpPr/>
          <p:nvPr/>
        </p:nvSpPr>
        <p:spPr>
          <a:xfrm>
            <a:off x="7086600" y="2724912"/>
            <a:ext cx="9144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2898648"/>
            <a:ext cx="182880" cy="18288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38544" y="2852928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 gratuito</a:t>
            </a:r>
            <a:endParaRPr lang="en-US" sz="9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374136"/>
            <a:ext cx="182880" cy="18288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638544" y="3328416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incluso</a:t>
            </a:r>
            <a:endParaRPr lang="en-US" sz="900" dirty="0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849624"/>
            <a:ext cx="182880" cy="182880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638544" y="3803904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automatico</a:t>
            </a:r>
            <a:endParaRPr lang="en-US" sz="900" dirty="0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325112"/>
            <a:ext cx="182880" cy="182880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638544" y="4279392"/>
            <a:ext cx="2121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Ottima per progetti piccoli</a:t>
            </a:r>
            <a:endParaRPr lang="en-US" sz="900" dirty="0"/>
          </a:p>
        </p:txBody>
      </p:sp>
      <p:sp>
        <p:nvSpPr>
          <p:cNvPr id="47" name="Shape 30"/>
          <p:cNvSpPr/>
          <p:nvPr/>
        </p:nvSpPr>
        <p:spPr>
          <a:xfrm>
            <a:off x="0" y="4700016"/>
            <a:ext cx="9144000" cy="379476"/>
          </a:xfrm>
          <a:prstGeom prst="rect">
            <a:avLst/>
          </a:prstGeom>
          <a:solidFill>
            <a:srgbClr val="15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31"/>
          <p:cNvSpPr/>
          <p:nvPr/>
        </p:nvSpPr>
        <p:spPr>
          <a:xfrm>
            <a:off x="457200" y="4727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alternativa: deploy locale con Docker Compose (Node + MySQL in container)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15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743200" y="5029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0" y="80467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Semplice, Completo, Cloud-Native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0" y="1600200"/>
            <a:ext cx="182880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743200" y="17830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soddisfa tutti i requisiti della consegna: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Database · Deploy Cloud</a:t>
            </a:r>
            <a:endParaRPr lang="en-US" sz="13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871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63240" y="2816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+ TypeScript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8712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2816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 + Express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3284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63240" y="3273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SQL (2 tabelle)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32841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26480" y="3273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admin con JWT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785616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063240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su cloud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785616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26480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in 10 minuti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2743200" y="42245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 per l'attenzione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0" y="4663440"/>
            <a:ext cx="9144000" cy="416052"/>
          </a:xfrm>
          <a:prstGeom prst="rect">
            <a:avLst/>
          </a:prstGeom>
          <a:solidFill>
            <a:srgbClr val="15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5"/>
          <p:cNvSpPr/>
          <p:nvPr/>
        </p:nvSpPr>
        <p:spPr>
          <a:xfrm>
            <a:off x="457200" y="47000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Universitario  ·  Anno </a:t>
            </a:r>
            <a:r>
              <a:rPr lang="en-US" sz="1000" dirty="0" err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Accademico</a:t>
            </a: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2025/2026  · 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796</Words>
  <Application>Microsoft Office PowerPoint</Application>
  <PresentationFormat>Presentazione su schermo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 LIZIO RICCARDO</cp:lastModifiedBy>
  <cp:revision>2</cp:revision>
  <dcterms:created xsi:type="dcterms:W3CDTF">2026-03-09T14:34:55Z</dcterms:created>
  <dcterms:modified xsi:type="dcterms:W3CDTF">2026-03-09T14:47:05Z</dcterms:modified>
</cp:coreProperties>
</file>